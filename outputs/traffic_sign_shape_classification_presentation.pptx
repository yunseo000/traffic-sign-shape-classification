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3d417acc54c3a" /><Relationship Type="http://schemas.openxmlformats.org/officeDocument/2006/relationships/extended-properties" Target="/docProps/app.xml" Id="R29ed12288a6747a4" /><Relationship Type="http://schemas.openxmlformats.org/officeDocument/2006/relationships/officeDocument" Target="/ppt/presentation.xml" Id="Rba619659b8c7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1952e772d14c00"/>
  </p:sldMasterIdLst>
  <p:notesMasterIdLst>
    <p:notesMasterId xmlns:r="http://schemas.openxmlformats.org/officeDocument/2006/relationships" r:id="Rc136a4d793a54470"/>
  </p:notesMasterIdLst>
  <p:sldIdLst>
    <p:sldId xmlns:r="http://schemas.openxmlformats.org/officeDocument/2006/relationships" id="256" r:id="Re7d8d112913c4cb8"/>
    <p:sldId xmlns:r="http://schemas.openxmlformats.org/officeDocument/2006/relationships" id="257" r:id="R902b2141ac6f447c"/>
    <p:sldId xmlns:r="http://schemas.openxmlformats.org/officeDocument/2006/relationships" id="258" r:id="R34523fcdc6574f18"/>
    <p:sldId xmlns:r="http://schemas.openxmlformats.org/officeDocument/2006/relationships" id="259" r:id="R3d942b454b2b4480"/>
    <p:sldId xmlns:r="http://schemas.openxmlformats.org/officeDocument/2006/relationships" id="260" r:id="Rf91cc2b52c774a14"/>
    <p:sldId xmlns:r="http://schemas.openxmlformats.org/officeDocument/2006/relationships" id="261" r:id="R93aee30174834958"/>
    <p:sldId xmlns:r="http://schemas.openxmlformats.org/officeDocument/2006/relationships" id="262" r:id="R91d33a77da684f8b"/>
    <p:sldId xmlns:r="http://schemas.openxmlformats.org/officeDocument/2006/relationships" id="263" r:id="Rd25cb1a343514cf7"/>
    <p:sldId xmlns:r="http://schemas.openxmlformats.org/officeDocument/2006/relationships" id="264" r:id="R7b083ae59b224ce4"/>
    <p:sldId xmlns:r="http://schemas.openxmlformats.org/officeDocument/2006/relationships" id="265" r:id="R9863d752db6942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645d95d954ee5" /><Relationship Type="http://schemas.openxmlformats.org/officeDocument/2006/relationships/slideMaster" Target="/ppt/slideMasters/slideMaster1.xml" Id="R231952e772d14c00" /><Relationship Type="http://schemas.openxmlformats.org/officeDocument/2006/relationships/notesMaster" Target="/ppt/notesMasters/notesMaster1.xml" Id="Rc136a4d793a54470" /><Relationship Type="http://schemas.openxmlformats.org/officeDocument/2006/relationships/presProps" Target="/ppt/presProps.xml" Id="R5d2399eef41740d6" /><Relationship Type="http://schemas.openxmlformats.org/officeDocument/2006/relationships/tableStyles" Target="/ppt/tableStyles.xml" Id="Rf029ae022f5c46b8" /><Relationship Type="http://schemas.openxmlformats.org/officeDocument/2006/relationships/slide" Target="/ppt/slides/slide1.xml" Id="Re7d8d112913c4cb8" /><Relationship Type="http://schemas.openxmlformats.org/officeDocument/2006/relationships/slide" Target="/ppt/slides/slide2.xml" Id="R902b2141ac6f447c" /><Relationship Type="http://schemas.openxmlformats.org/officeDocument/2006/relationships/slide" Target="/ppt/slides/slide3.xml" Id="R34523fcdc6574f18" /><Relationship Type="http://schemas.openxmlformats.org/officeDocument/2006/relationships/slide" Target="/ppt/slides/slide4.xml" Id="R3d942b454b2b4480" /><Relationship Type="http://schemas.openxmlformats.org/officeDocument/2006/relationships/slide" Target="/ppt/slides/slide5.xml" Id="Rf91cc2b52c774a14" /><Relationship Type="http://schemas.openxmlformats.org/officeDocument/2006/relationships/slide" Target="/ppt/slides/slide6.xml" Id="R93aee30174834958" /><Relationship Type="http://schemas.openxmlformats.org/officeDocument/2006/relationships/slide" Target="/ppt/slides/slide7.xml" Id="R91d33a77da684f8b" /><Relationship Type="http://schemas.openxmlformats.org/officeDocument/2006/relationships/slide" Target="/ppt/slides/slide8.xml" Id="Rd25cb1a343514cf7" /><Relationship Type="http://schemas.openxmlformats.org/officeDocument/2006/relationships/slide" Target="/ppt/slides/slide9.xml" Id="R7b083ae59b224ce4" /><Relationship Type="http://schemas.openxmlformats.org/officeDocument/2006/relationships/slide" Target="/ppt/slides/slide10.xml" Id="R9863d752db69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6c2ab8905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955903b1e4349" /><Relationship Type="http://schemas.openxmlformats.org/officeDocument/2006/relationships/notesMaster" Target="/ppt/notesMasters/notesMaster1.xml" Id="R3c3818dc464448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d9f131292a4d92" /><Relationship Type="http://schemas.openxmlformats.org/officeDocument/2006/relationships/notesMaster" Target="/ppt/notesMasters/notesMaster1.xml" Id="R26807feb1b1b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b2300f9814410" /><Relationship Type="http://schemas.openxmlformats.org/officeDocument/2006/relationships/notesMaster" Target="/ppt/notesMasters/notesMaster1.xml" Id="Reccb6158fcd5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e6716d42a4f0f" /><Relationship Type="http://schemas.openxmlformats.org/officeDocument/2006/relationships/notesMaster" Target="/ppt/notesMasters/notesMaster1.xml" Id="Rf465142182aa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a0edf81124ad3" /><Relationship Type="http://schemas.openxmlformats.org/officeDocument/2006/relationships/notesMaster" Target="/ppt/notesMasters/notesMaster1.xml" Id="Rdec919138e7a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aaf13025fb4d3e" /><Relationship Type="http://schemas.openxmlformats.org/officeDocument/2006/relationships/notesMaster" Target="/ppt/notesMasters/notesMaster1.xml" Id="R936986f6947e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a2330755a4582" /><Relationship Type="http://schemas.openxmlformats.org/officeDocument/2006/relationships/notesMaster" Target="/ppt/notesMasters/notesMaster1.xml" Id="Raed66a10f43640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2d3646eda7489b" /><Relationship Type="http://schemas.openxmlformats.org/officeDocument/2006/relationships/notesMaster" Target="/ppt/notesMasters/notesMaster1.xml" Id="R8b53d7efd07a4d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54c81e57ee4bab" /><Relationship Type="http://schemas.openxmlformats.org/officeDocument/2006/relationships/notesMaster" Target="/ppt/notesMasters/notesMaster1.xml" Id="R329907e4ef8340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9b13d205b64ef2" /><Relationship Type="http://schemas.openxmlformats.org/officeDocument/2006/relationships/notesMaster" Target="/ppt/notesMasters/notesMaster1.xml" Id="Rff5cf0a50b39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7800a2f22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51f4858d2c4633" /><Relationship Type="http://schemas.openxmlformats.org/officeDocument/2006/relationships/slideLayout" Target="/ppt/slideLayouts/slideLayout1.xml" Id="R795feeb78945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feeb78945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bcb6cd2e04d06" /><Relationship Type="http://schemas.openxmlformats.org/officeDocument/2006/relationships/notesSlide" Target="/ppt/notesSlides/notesSlide1.xml" Id="R5ff5d530187e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6d1e0cf14fc2" /><Relationship Type="http://schemas.openxmlformats.org/officeDocument/2006/relationships/notesSlide" Target="/ppt/notesSlides/notesSlide2.xml" Id="R92b55f809a1141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018c14a840bd" /><Relationship Type="http://schemas.openxmlformats.org/officeDocument/2006/relationships/notesSlide" Target="/ppt/notesSlides/notesSlide3.xml" Id="R3901141e235e45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709c76a194b4a" /><Relationship Type="http://schemas.openxmlformats.org/officeDocument/2006/relationships/notesSlide" Target="/ppt/notesSlides/notesSlide4.xml" Id="Ra40b8516ea894e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9be002a3945f0" /><Relationship Type="http://schemas.openxmlformats.org/officeDocument/2006/relationships/notesSlide" Target="/ppt/notesSlides/notesSlide5.xml" Id="R6df5cca54b19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8f211153046d6" /><Relationship Type="http://schemas.openxmlformats.org/officeDocument/2006/relationships/notesSlide" Target="/ppt/notesSlides/notesSlide6.xml" Id="R76f10348259847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d637773443c8" /><Relationship Type="http://schemas.openxmlformats.org/officeDocument/2006/relationships/image" Target="/ppt/media/image.png" Id="Rbdf6efe31dd04311" /><Relationship Type="http://schemas.openxmlformats.org/officeDocument/2006/relationships/notesSlide" Target="/ppt/notesSlides/notesSlide7.xml" Id="R4518631c48c0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687430d04c64" /><Relationship Type="http://schemas.openxmlformats.org/officeDocument/2006/relationships/image" Target="/ppt/media/image2.png" Id="Rf9f3880245634cea" /><Relationship Type="http://schemas.openxmlformats.org/officeDocument/2006/relationships/notesSlide" Target="/ppt/notesSlides/notesSlide8.xml" Id="R9c50d46d2a1b43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e142476684ce1" /><Relationship Type="http://schemas.openxmlformats.org/officeDocument/2006/relationships/notesSlide" Target="/ppt/notesSlides/notesSlide9.xml" Id="R910fd3ffb6e843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5c93c5d7c4d01" /><Relationship Type="http://schemas.openxmlformats.org/officeDocument/2006/relationships/notesSlide" Target="/ppt/notesSlides/notesSlide10.xml" Id="Rb3807c8fce1040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82801-0B79-4462-8938-E1D3C39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73C17-29CE-47EB-BBA7-7159DF1C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교통 표지판</a:t>
            </a:r>
          </a:p>
          <a:p xmlns:a="http://schemas.openxmlformats.org/drawingml/2006/main">
            <a:pPr>
              <a:defRPr sz="4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형태 분류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CA3E1-6BAF-4F6E-BF26-93ADDE8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Computer Vision 기반 이미지 분류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7D92E-E9AA-405A-BFF1-CD3C3C41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오영덕 · 김진식 · 김수민 · 최윤서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B1D83-2E41-4D31-A96C-479F945D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4F558-A5A9-43ED-86DB-7E34AC6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5DA86-A5B5-46A1-B8B0-1CC0DFC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1352550" cy="1352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57BFB-061A-47A7-8AF7-BE0648A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triangle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4CAEA-232D-46AA-A469-9126E38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1352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F0FB-8DD1-4073-A683-0F70F9A2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244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square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CF498-35B3-4EEA-AEE4-E78D068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22001-4AAE-444F-B141-852CBA1F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3343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6C538-6221-4388-BC5D-D5261C9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주제 선정 이유와 문제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5B551-7E04-41E4-A1D2-54F5BCF9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최윤서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C46D6-B069-4E37-9021-A20BE72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8561D-B2D3-4940-B81B-8684217D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BDE3-8B21-494F-BCD1-F4F447A8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661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교통 표지판 인식은 자율주행과 운전자 보조 시스템의 핵심 컴퓨터 비전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06B7-8043-4AD3-AA79-232123F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02F40-8329-4334-8EDF-BE67B81D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661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실제 표지판 인식은 색상, 글자, 아이콘, 촬영 각도, 조명 등으로 복잡함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D26A5-B263-46D7-BD51-9D6BE860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79C63-723B-4490-A22F-73DC449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661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본 프로젝트는 난이도를 조절해 표지판의 기본 형태 분류에 집중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FE61D-1DC8-403B-B365-9D61D199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5CECA-9639-459E-B178-D5AC884D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661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목표: 이미지를 보고 원형, 삼각형, 사각형 중 하나로 예측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81974-349B-4A42-A089-ECC9D0A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762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8E762-FED4-4E83-93CE-BD161E31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C4931-9509-4514-96EF-62020EC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E606E-063E-4928-BE2C-C0D71713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36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입력 이미지 1장을 받아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circle / triangle / square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3개 클래스 중 하나로 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540CB-83BF-45D4-B6B3-742E1895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8E86E-AC4B-4F50-9197-4A16F67E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9788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7D0A1-5D8B-4CDD-B00B-EE8207C4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5E381-D635-4586-A5A3-0BA7D506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김진식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CF6C1-4EC8-44C1-90CC-F65DD571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354FB-2D5C-460B-B856-B8F2AD47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16DA-812B-47A3-99AB-4AC3F5C5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80F0C-6F4E-435F-B97E-21E4716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 종류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BCDC3-99D1-4E54-AD5F-15523803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직접 생성한 합성 이미지 데이터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64x64 PNG 형식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E41C9-E81C-442D-8ED5-1E6F98E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A8C70-3D5B-442A-929F-30FA5A03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AA040-E41A-4EDB-9B39-5DA5B76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클래스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52200-B5AB-43BF-A771-A2C2EDE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circle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triangle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square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DACAC-5390-4A8B-BEAB-409CCC91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8531E-83CB-42F0-B699-0F6C231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9F85E-86DD-4064-89AE-80BA21B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 규모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BD796-80DE-4362-A893-BF061D4B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2743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총 480장</a:t>
            </a:r>
          </a:p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클래스별 160장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5DBD4-0B9D-4CAE-97FB-1B08162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코드와 데이터가 함께 있어 GitHub 제출과 재현이 쉬운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9F71C-F8A3-414F-8A17-582F9AEA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C2D72-08EB-4801-9281-93F8487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922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26C9E-9869-407B-90C4-8404FF3B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 생성 및 전처리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9A10F-0645-4BF2-8AD5-D499BBC0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김진식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B8C5D-0673-4AAE-8619-8D9E5B0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FC878-86FB-48D7-9DC0-17F3F86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809750" cy="2476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CF16C-850E-48FC-9331-ECA3872C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3A475-802B-4555-A749-B2A46160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CF67C-8625-45F4-B9E6-49932722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이미지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701A8-9372-48FD-A49E-23DDB9F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위치, 크기, 회전, 밝기, 배경 노이즈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2F6A4-1FBB-4952-8D79-5456890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1809750" cy="2476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D09D-2B76-454A-A88A-EC520E2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97E0-49E5-4DE8-805F-5F516102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0B831-52F1-439C-AEA7-0A88821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670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회색조 변환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BD741-2E72-41B2-83CB-7D5EDC1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색상보다 형태 정보에 집중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7572B-9E3A-4C02-8014-3602A5F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09750" cy="2476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D9EB6-F8FB-4613-A794-34432C45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54491-6A71-4683-B7D6-5A1C843B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959A2-E904-4C9D-BD84-3482BC7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670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21DB5-0617-45FF-A925-9169A2E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861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픽셀 값을 0~1 범위로 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25297-1AE6-403B-A785-B36DB0E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1809750" cy="2476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EA9DE-1EC4-4966-B0B6-5FD19A5E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ACB79-94AE-47A7-AAC7-2B381CC8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8590C-C2BB-40EB-89EE-AB2F668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670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특징 축소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D5262-BEC5-4B49-9CEC-7520F43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64x64 이미지를 32x32 특징으로 변환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91FC1-C0E3-4A1C-99B5-0E833CD9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52625"/>
            <a:ext cx="1809750" cy="2476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DFAC9-D912-48BE-B6A6-535B8F08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D3B70-98CC-4FBD-8242-69E38BAC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05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C102B-98EB-44A9-83AA-133B952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 분리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494FE-BABD-4948-ABF7-66678B62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861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학습 360장, 테스트 120장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65FF7-6A87-45BA-95FC-CC33AEE2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D34DAA-ADEB-4BA7-96D9-B601B44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8652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4F11F-1C8D-488C-8185-4BDB49A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079D0-7993-4852-8D77-5E5C191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김수민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32F4-4A94-49FB-A386-C3A69826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0129E-1A53-47A0-B5C0-338945EF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913AC-B683-4946-AA90-0A5A5E2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724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98B28-C8F4-40D7-8F8B-F17A361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CE0AA-B607-4CB8-8104-7D59C6BB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32x32 이미지 특징</a:t>
            </a:r>
          </a:p>
          <a:p xmlns:a="http://schemas.openxmlformats.org/drawingml/2006/main">
            <a:pPr algn="ctr"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1024개 픽셀 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738BE-0369-43DA-9439-F1DE7E7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860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A5357-2B31-46C9-BE25-4A31ED06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288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3FBFA-96E8-48A6-8DF6-A561D7B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28850"/>
            <a:ext cx="2724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3D0B6-8303-4454-B090-4017849C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은닉층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1EB0A-50CB-42DE-B24B-DD58C15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이미지의 형태 패턴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B9AFE-0350-4850-8765-2228D899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EE584-FD3B-4CDB-9ED8-18415943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7241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508A9-E59E-45F0-82A1-B0412A1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724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72DD7-3673-471F-8839-7D40DB94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6FADB-A949-47B1-B11D-B8E9D0E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circle / triangle / square</a:t>
            </a:r>
          </a:p>
          <a:p xmlns:a="http://schemas.openxmlformats.org/drawingml/2006/main">
            <a:pPr algn="ctr"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클래스 확률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15689-B3F3-447C-9FA0-2635861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Softmax를 사용해 가장 높은 확률의 클래스를 최종 예측값으로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AD4A3-7A6C-48A4-88FA-401FA21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3ECF3-CB11-4D44-8BD6-E1F8F8F9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4093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DA2E5-06D5-43CA-82BB-016896D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3157-3470-4169-B836-71A86D2C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김수민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3354D-2E49-418A-9A85-598D0C20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A7F5-D19C-4941-844E-EDFF88C7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F2F57-CCBE-4683-A2C3-454AEE5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19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generate_dataset.py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46098-2DE6-4CB8-805F-A54136B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09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원형, 삼각형, 사각형 이미지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FDF75-E7A8-4BE4-8BC5-B5505E7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EC4D1-DE8D-4FF2-81C1-B6B1DA3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features.py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63AEC-308E-4239-B899-0362B0F4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회색조 변환, 정규화, 특징 추출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9EF94-BAD2-44C4-9876-49D72FE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07563-FD51-4DB5-92E2-99ACFCC6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train.py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5BE73-B017-46CB-96F5-E1B3B67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모델 학습, 정확도 계산, 혼동행렬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68544-FDE9-44D2-A59B-36901809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0DB37-0C6B-457D-A703-9C4FEC7C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predict.py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1B748-590A-41D1-8963-726FDF6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학습된 모델로 새 이미지 예측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B1653-54A2-4C59-9712-19A5961A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62D31-ED22-47C4-8C6E-07C09F53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43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outputs/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1C99B-3A4B-42DF-BADE-13F7F2AF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33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결과 이미지와 metrics.json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522FA-DE71-4EB9-8C99-A17146E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7AA6C-DA7C-4803-ACC6-E8BE8DF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2780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7F4CE-7A01-4AEC-AD8B-799A242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실험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3DF2-F25E-497C-A30F-4091A02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오영덕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0DDB-503E-4DF7-B44B-F0B287B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9021-AB15-45CC-9773-9B5508B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3336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45DA3-31F4-4711-8D52-24D4796E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CEAED-AA1F-4917-B853-7D098EB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학습 정확도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7BD47-DD00-4278-ABD1-1D655E1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3336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FC124-4128-44C6-B4A1-9D9ED7F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93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94.2%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50EC2-CF0E-4101-BB93-770310F9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테스트 정확도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035ED-65B0-4E78-8286-BEC8FF51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3336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B6C2C-DFE7-422F-8D6D-EBB6E359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193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120장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6D420-B546-4B16-9988-001B923C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테스트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D706E-81FF-46E1-80C1-CD92C94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90700"/>
            <a:ext cx="23336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A92D9-1219-419D-8274-8335CCD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480장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A8D13-A9EF-4CAC-BDB1-2CC82E9A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9080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전체 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8A52E-0C04-488D-907A-5AEB274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클래스별 정확도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4D69-84D5-47B7-8DC8-D070BC9F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23CD4-19B7-4E92-AF2B-5DB950E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752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circle: 약 93.3%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FE2BC-70C1-411F-BC4A-3D942BCF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80650-6A39-4BC3-9490-A1DEBA46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3752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triangle: 약 94.9%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6F818-4661-447E-A684-6B083202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CD12B-F570-4E7F-B0A9-B335BA5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3752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square: 약 94.4%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6efe31dd04311"/>
          <a:stretch xmlns:a="http://schemas.openxmlformats.org/drawingml/2006/main"/>
        </p:blipFill>
        <p:spPr>
          <a:xfrm xmlns:a="http://schemas.openxmlformats.org/drawingml/2006/main">
            <a:off x="7048500" y="3429000"/>
            <a:ext cx="2381250" cy="23812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3D33D-1F03-4D75-9D51-37786468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72CC0-9977-4890-A1D4-4099BBAC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40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9D33B-B601-46B9-B8A5-AD0D407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FC2E9-DE9E-45D8-B1B4-2B5DEC6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오영덕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9C2D-082D-4A09-8868-2EC52FF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D389F-22C3-45E5-8861-C983F7E5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0C0D5-1465-46AB-A6AD-EA8626CE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163B-485D-4A90-B677-6ACCFCBC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잘 된 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6EF7F-0B3D-4CDA-938B-6ED47E6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전체적으로 세 형태를 안정적으로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8A4D-A1B1-4FAB-B602-1E85ABC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21E7A-6281-4B1A-ABC0-7910497B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8CF8D-ED4A-4538-B9E1-D08F5E04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오분류 원인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6B11-40DE-4273-8DFD-D21BDF60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933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회전, 흐림, 노이즈가 있는 일부 원형·사각형에서 혼동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9D319-CEB7-45FD-B75A-43E13216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3333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1E8D1-20EE-4C56-BCCA-840651E4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928C0-C8BF-4C25-85D9-E064FFB1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 배운 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26735-3625-4831-ACDA-8A931D9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데이터 다양성과 전처리가 성능에 영향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3880245634cea"/>
          <a:stretch xmlns:a="http://schemas.openxmlformats.org/drawingml/2006/main"/>
        </p:blipFill>
        <p:spPr>
          <a:xfrm xmlns:a="http://schemas.openxmlformats.org/drawingml/2006/main">
            <a:off x="4729403" y="1752600"/>
            <a:ext cx="6619394" cy="4095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5DEE9-EF3C-4AA6-BBD7-E896BE2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A4ADA-563B-4DF7-AAA8-9EEFFEA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8840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09E7C6-F14F-4286-A314-212521DB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한계점 및 개선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70162-AC0B-49DB-A361-E5DA8E8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발표: 오영덕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F5590-3EF0-4431-BD81-8EBDF07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D9B5E-59C0-4380-9390-3030F93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640C0-9771-4C18-872B-3CB9A1F1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DA269-AA80-4209-B09E-9F9A651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한계점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CFE9E-F574-4633-9362-32F34EFC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합성 이미지 데이터라 실제 도로의 조명, 배경, 가려짐 상황을 완전히 반영하지 못함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487CB-3E0F-44BF-A1C7-901BDF4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3AE93-F188-4E94-9031-E38471E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1EC78-C866-43F9-86FB-10B6E16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8BBE7-3F30-41F4-9FE0-F464114F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실제 교통 표지판 데이터셋을 추가하고 CNN, MobileNet, ResNet과 성능 비교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C3A69-02EC-4CA8-819E-8244780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095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24C8D-CDE1-49DC-AE23-51C8068F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CF4F7-C7B0-4AE7-93BF-76DF84A5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E6823-91E4-4E35-AB7F-3D9E5E7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3695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이미지 데이터 생성, 전처리, 모델 학습, 평가, 결과 해석까지 컴퓨터 비전 프로젝트의 전체 흐름을 경험했습니다.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087B7-6646-4BE0-B2FA-36BEB784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149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FD687-31DA-4FE0-8899-5D9C74C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F156F-DC95-4F86-883C-D7DB7386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02741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9E6A4-BEC1-4086-A814-7615CB4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AI 도구 사용 내역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3A8FC-8AB7-4023-9E61-1BC1A4E7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과제 공지사항 반영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E73FF-FE33-48F7-8320-1659E739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48FB4-B540-4664-AAD4-6196BFF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본 프로젝트에서는 AI 도구를 다음과 같은 부분에 참고했습니다.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C6DBF-7E31-464B-8030-6AE709B2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77E4D-AB5B-4669-9D15-B54BE7D7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47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8011D-B227-46DE-832B-2E627336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프로젝트 주제 구상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0EC42-77DE-4510-ACF5-CE42FD8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교통 표지판 형태 분류 주제 선정 과정 참고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DAE7C-52DE-40E2-969F-5E3C311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DB5DF-3CC1-49FE-A315-94374EF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054A1-023B-4794-A7CD-AB78B4FF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구조 설계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B8E7C-093A-4738-B7E4-8D5C6C8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데이터 생성, 전처리, 모델 학습, 예측 코드 구조 설계 참고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FCA98-5520-4D7B-A0E9-617AFE97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F13A3-FF5D-435F-8DE5-07AF568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5BA90-CE7A-44CD-9A68-5AA6043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초안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208BC-51A6-464E-91A8-31F3820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52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generate_dataset.py, train.py, predict.py 초안 작성 참고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4741C-1550-4802-B9B8-E4DA7EED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8C16C-5FE5-4983-A1C6-3E918CD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48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0547-137E-4C7F-AE46-E092BA6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README 작성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88634-7E83-472A-A78E-5FBC588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GitHub 제출용 프로젝트 설명 문서 작성 참고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28F51-B675-41C1-8866-963F54E1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044DC-0C1B-44CF-9D82-D484D151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14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6EF8B-A684-4A8A-88AD-CC7C994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발표 자료 작성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4DE15-721C-4F33-B80F-304DFD50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86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PPT 구성, 역할 분담, 발표 대본, 예상 질의응답 작성 참고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3DDDF-F162-410C-AA8C-82E3155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최종 코드와 발표 내용은 과제 목적에 맞게 검토하여 사용했습니다.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4CCD3-2D24-4662-B8F3-5BC6AE6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Traffic Sign Shape Classification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1D6EF-6A9E-4B6A-AD8B-1D5BA14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866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2026-06-15T09:15:12.9470000Z</dcterms:created>
  <dcterms:modified xsi:type="dcterms:W3CDTF">2026-06-15T09:15:12.9470000Z</dcterms:modified>
</coreProperties>
</file>