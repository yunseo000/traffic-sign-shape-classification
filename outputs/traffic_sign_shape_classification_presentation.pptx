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fa37926a5545d1" /><Relationship Type="http://schemas.openxmlformats.org/officeDocument/2006/relationships/extended-properties" Target="/docProps/app.xml" Id="R332fffb35e8b4e2f" /><Relationship Type="http://schemas.openxmlformats.org/officeDocument/2006/relationships/officeDocument" Target="/ppt/presentation.xml" Id="R7b81c99d079a42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53a4c8786e4696"/>
  </p:sldMasterIdLst>
  <p:notesMasterIdLst>
    <p:notesMasterId xmlns:r="http://schemas.openxmlformats.org/officeDocument/2006/relationships" r:id="Rb7c9381d92da4772"/>
  </p:notesMasterIdLst>
  <p:sldIdLst>
    <p:sldId xmlns:r="http://schemas.openxmlformats.org/officeDocument/2006/relationships" id="256" r:id="Rd15ffd9cbdac4f81"/>
    <p:sldId xmlns:r="http://schemas.openxmlformats.org/officeDocument/2006/relationships" id="257" r:id="Re5d8bc27cecb4570"/>
    <p:sldId xmlns:r="http://schemas.openxmlformats.org/officeDocument/2006/relationships" id="258" r:id="Rd0d8af2194d54b8c"/>
    <p:sldId xmlns:r="http://schemas.openxmlformats.org/officeDocument/2006/relationships" id="259" r:id="R7d01e7328fbc416c"/>
    <p:sldId xmlns:r="http://schemas.openxmlformats.org/officeDocument/2006/relationships" id="260" r:id="Rfcff4a75020b4b6b"/>
    <p:sldId xmlns:r="http://schemas.openxmlformats.org/officeDocument/2006/relationships" id="261" r:id="Re7febf1a88bf43e2"/>
    <p:sldId xmlns:r="http://schemas.openxmlformats.org/officeDocument/2006/relationships" id="262" r:id="Rb3746d446d344040"/>
    <p:sldId xmlns:r="http://schemas.openxmlformats.org/officeDocument/2006/relationships" id="263" r:id="R067e732114f74fbe"/>
    <p:sldId xmlns:r="http://schemas.openxmlformats.org/officeDocument/2006/relationships" id="264" r:id="Rc32342ca8bfb435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b09de79a5147fc" /><Relationship Type="http://schemas.openxmlformats.org/officeDocument/2006/relationships/slideMaster" Target="/ppt/slideMasters/slideMaster1.xml" Id="R6153a4c8786e4696" /><Relationship Type="http://schemas.openxmlformats.org/officeDocument/2006/relationships/notesMaster" Target="/ppt/notesMasters/notesMaster1.xml" Id="Rb7c9381d92da4772" /><Relationship Type="http://schemas.openxmlformats.org/officeDocument/2006/relationships/presProps" Target="/ppt/presProps.xml" Id="R12f0152816f044b7" /><Relationship Type="http://schemas.openxmlformats.org/officeDocument/2006/relationships/tableStyles" Target="/ppt/tableStyles.xml" Id="R2df4b6373a8942a5" /><Relationship Type="http://schemas.openxmlformats.org/officeDocument/2006/relationships/slide" Target="/ppt/slides/slide1.xml" Id="Rd15ffd9cbdac4f81" /><Relationship Type="http://schemas.openxmlformats.org/officeDocument/2006/relationships/slide" Target="/ppt/slides/slide2.xml" Id="Re5d8bc27cecb4570" /><Relationship Type="http://schemas.openxmlformats.org/officeDocument/2006/relationships/slide" Target="/ppt/slides/slide3.xml" Id="Rd0d8af2194d54b8c" /><Relationship Type="http://schemas.openxmlformats.org/officeDocument/2006/relationships/slide" Target="/ppt/slides/slide4.xml" Id="R7d01e7328fbc416c" /><Relationship Type="http://schemas.openxmlformats.org/officeDocument/2006/relationships/slide" Target="/ppt/slides/slide5.xml" Id="Rfcff4a75020b4b6b" /><Relationship Type="http://schemas.openxmlformats.org/officeDocument/2006/relationships/slide" Target="/ppt/slides/slide6.xml" Id="Re7febf1a88bf43e2" /><Relationship Type="http://schemas.openxmlformats.org/officeDocument/2006/relationships/slide" Target="/ppt/slides/slide7.xml" Id="Rb3746d446d344040" /><Relationship Type="http://schemas.openxmlformats.org/officeDocument/2006/relationships/slide" Target="/ppt/slides/slide8.xml" Id="R067e732114f74fbe" /><Relationship Type="http://schemas.openxmlformats.org/officeDocument/2006/relationships/slide" Target="/ppt/slides/slide9.xml" Id="Rc32342ca8bfb43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ec9fd3515149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6100fdfa6a4958" /><Relationship Type="http://schemas.openxmlformats.org/officeDocument/2006/relationships/notesMaster" Target="/ppt/notesMasters/notesMaster1.xml" Id="R165f7564f1cb43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a59bc9580141d2" /><Relationship Type="http://schemas.openxmlformats.org/officeDocument/2006/relationships/notesMaster" Target="/ppt/notesMasters/notesMaster1.xml" Id="Rb926665ad5fe4a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b23964b4674443" /><Relationship Type="http://schemas.openxmlformats.org/officeDocument/2006/relationships/notesMaster" Target="/ppt/notesMasters/notesMaster1.xml" Id="R6499bb353a9c4e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fe4ca740e44062" /><Relationship Type="http://schemas.openxmlformats.org/officeDocument/2006/relationships/notesMaster" Target="/ppt/notesMasters/notesMaster1.xml" Id="R8262422ce0a940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6779edf5be479a" /><Relationship Type="http://schemas.openxmlformats.org/officeDocument/2006/relationships/notesMaster" Target="/ppt/notesMasters/notesMaster1.xml" Id="R63d872d8d79d4a9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ddd7dc04eab462e" /><Relationship Type="http://schemas.openxmlformats.org/officeDocument/2006/relationships/notesMaster" Target="/ppt/notesMasters/notesMaster1.xml" Id="Raec8b024f14d4f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3f15725c6c433d" /><Relationship Type="http://schemas.openxmlformats.org/officeDocument/2006/relationships/notesMaster" Target="/ppt/notesMasters/notesMaster1.xml" Id="R21c7970311ee444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c256b2031d946ed" /><Relationship Type="http://schemas.openxmlformats.org/officeDocument/2006/relationships/notesMaster" Target="/ppt/notesMasters/notesMaster1.xml" Id="Re62181bf49ad43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89a0182224642f7" /><Relationship Type="http://schemas.openxmlformats.org/officeDocument/2006/relationships/notesMaster" Target="/ppt/notesMasters/notesMaster1.xml" Id="R5ffbfa821d6742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0fc72afae04c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87b87918c84762" /><Relationship Type="http://schemas.openxmlformats.org/officeDocument/2006/relationships/slideLayout" Target="/ppt/slideLayouts/slideLayout1.xml" Id="R6565fdb9d87341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65fdb9d87341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9ca0ba022437a" /><Relationship Type="http://schemas.openxmlformats.org/officeDocument/2006/relationships/notesSlide" Target="/ppt/notesSlides/notesSlide1.xml" Id="R175a76bbe3e84f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108f5aafe4f84" /><Relationship Type="http://schemas.openxmlformats.org/officeDocument/2006/relationships/notesSlide" Target="/ppt/notesSlides/notesSlide2.xml" Id="R77b29d22314c4c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b981334d04169" /><Relationship Type="http://schemas.openxmlformats.org/officeDocument/2006/relationships/notesSlide" Target="/ppt/notesSlides/notesSlide3.xml" Id="Re4b42d8d130c4b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8cfcacb2e47ce" /><Relationship Type="http://schemas.openxmlformats.org/officeDocument/2006/relationships/notesSlide" Target="/ppt/notesSlides/notesSlide4.xml" Id="Rc09a21e2736343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9052480fdc4a27" /><Relationship Type="http://schemas.openxmlformats.org/officeDocument/2006/relationships/notesSlide" Target="/ppt/notesSlides/notesSlide5.xml" Id="Rec6073c3e8b247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57ef5369b44d0" /><Relationship Type="http://schemas.openxmlformats.org/officeDocument/2006/relationships/notesSlide" Target="/ppt/notesSlides/notesSlide6.xml" Id="Rb32caec44ba547c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3b56576cf14b08" /><Relationship Type="http://schemas.openxmlformats.org/officeDocument/2006/relationships/image" Target="/ppt/media/image.png" Id="R2dcf4e08ce0e4eef" /><Relationship Type="http://schemas.openxmlformats.org/officeDocument/2006/relationships/notesSlide" Target="/ppt/notesSlides/notesSlide7.xml" Id="Rf833a957a4334a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7336f0308f47ba" /><Relationship Type="http://schemas.openxmlformats.org/officeDocument/2006/relationships/image" Target="/ppt/media/image2.png" Id="Rfa7467da4df54caa" /><Relationship Type="http://schemas.openxmlformats.org/officeDocument/2006/relationships/notesSlide" Target="/ppt/notesSlides/notesSlide8.xml" Id="Rd23e8e6941914f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92d7bbc0f4681" /><Relationship Type="http://schemas.openxmlformats.org/officeDocument/2006/relationships/notesSlide" Target="/ppt/notesSlides/notesSlide9.xml" Id="Rab66d74680e64b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F04095-B594-43DC-A0B9-8890A9ED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A6DA0D-2749-4579-8754-E9FB1475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00150"/>
            <a:ext cx="5905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교통 표지판</a:t>
            </a:r>
          </a:p>
          <a:p xmlns:a="http://schemas.openxmlformats.org/drawingml/2006/main">
            <a:pPr>
              <a:defRPr sz="40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형태 분류 프로젝트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C9102-5518-4191-9080-FD83206E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Computer Vision 기반 이미지 분류 실험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72210B-E572-4CA6-804B-4E01FC22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909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오영덕 · 김진식 · 김수민 · 최윤서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D087ED-7830-4C76-9120-0E259457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600200"/>
            <a:ext cx="1352550" cy="1352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476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F29EC0-9BB9-4AF7-B684-A39B6159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861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circle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D667E1-E76D-4E09-9918-61647200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00200"/>
            <a:ext cx="1352550" cy="1352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476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1D172-2044-4807-BF77-8C9B6B17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861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triangle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9D1A52-C091-4CC2-B85F-33A7F9CB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38550"/>
            <a:ext cx="13525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476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5DFAC-4791-46D9-ABE7-D0971FED1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12445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square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444992-6B65-4674-8994-8D4B1CF4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Traffic Sign Shape Classification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40DCCD-A332-40A6-AB43-BC0A4BBB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731608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93B438-D65F-45F6-997B-BBD36453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주제 선정 이유와 문제 정의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B3C0A1-F4D3-4DF1-8315-8D195AC6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발표: 최윤서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B218F-0136-4FD1-9D21-4C281B4A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238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307721-00E7-4F6B-9733-33FC31B2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90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1B0468-DB65-495D-9AF4-4E86DD0E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05000"/>
            <a:ext cx="661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교통 표지판 인식은 자율주행과 운전자 보조 시스템의 핵심 컴퓨터 비전 문제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93DAAA-998A-49CD-905A-38E9E7FB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43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B54BDA-C456-48B5-BD45-924FD8DC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57450"/>
            <a:ext cx="661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실제 표지판 인식은 색상, 글자, 아이콘, 촬영 각도, 조명 등으로 복잡함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32EB5-CBD1-467F-B706-43C7A49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B231D1-ABBA-4DA4-A622-8BDDD46D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09900"/>
            <a:ext cx="661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본 프로젝트는 난이도를 조절해 표지판의 기본 형태 분류에 집중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32F81-F8EF-468F-BB3C-F2F33D55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48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1289CE-455B-47DA-9437-B09492D3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62350"/>
            <a:ext cx="661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목표: 이미지를 보고 원형, 삼각형, 사각형 중 하나로 예측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486ABF-4A28-4EAC-AEF9-60D45371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62150"/>
            <a:ext cx="2762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782626-16CE-429F-8BC4-61DCF762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62150"/>
            <a:ext cx="762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86F082-68A4-43B5-B33A-3E47945C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13360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문제 정의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A70267-613C-404A-B89C-3F242FFF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495550"/>
            <a:ext cx="2362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입력 이미지 1장을 받아</a:t>
            </a:r>
          </a:p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circle / triangle / square</a:t>
            </a:r>
          </a:p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3개 클래스 중 하나로 분류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B039DF-347A-4B70-B8C8-6FD9A759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Traffic Sign Shape Classification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FC99A4-03EA-48B3-8472-8CD45ED3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26983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14DBE7-799B-46E1-81E1-2F0EEA0C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데이터 소개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FADAA8-552A-4973-94F7-D2BB0ECB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발표: 김진식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88D43-A2C6-48E5-AFBE-50B84411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238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E42360-C316-4AF6-BC57-DFF2DBF1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3143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6B137-2C8B-4C2B-BBFB-FAB9677E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FC8A13-8510-4115-97DD-512D7CE2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81200"/>
            <a:ext cx="274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데이터 종류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C449B-B561-41C3-886E-F076C01F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43150"/>
            <a:ext cx="27432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직접 생성한 합성 이미지 데이터</a:t>
            </a:r>
          </a:p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64x64 PNG 형식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9B49C7-D6C6-457A-9BC4-6DCD63B5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09750"/>
            <a:ext cx="3143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B336B5-7747-4E26-90D9-5E047357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0975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187D16-E7CF-4DB0-8945-07779527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4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클래스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04BB33-75A5-4B6B-92FD-456D2C1C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43150"/>
            <a:ext cx="27432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circle</a:t>
            </a:r>
          </a:p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triangle</a:t>
            </a:r>
          </a:p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square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1EAC76-ED38-45C9-BC20-99C660AC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3143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AADD1A-330A-4A20-B77A-0C537B3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169E68-EAE8-4A58-99B5-4EB9912C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981200"/>
            <a:ext cx="274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데이터 규모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09C41-46BB-4DDC-849C-FAB46BBD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43150"/>
            <a:ext cx="27432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총 480장</a:t>
            </a:r>
          </a:p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클래스별 160장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5BED03-D282-4526-BBE4-1FCDDF60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76800"/>
            <a:ext cx="979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코드와 데이터가 함께 있어 GitHub 제출과 재현이 쉬운 구조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E41DD9-0AC6-4C3A-A75A-C47D0E7A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Traffic Sign Shape Classification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72C007-CC42-4FC8-90F6-CF081891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846999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ECEB16-7E3D-4521-B323-354EE5A0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데이터 생성 및 전처리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4F1AF-30DB-4751-8939-C79EFCD9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발표: 김진식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5B1076-5AC3-4C6A-A0F7-DC7FD79E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238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E654DA-4E2E-4198-8C90-66C9DF94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52625"/>
            <a:ext cx="1809750" cy="24765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9204C8-D0DA-4B1F-80F1-F11E60235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2A5268-B161-478C-A426-28D8AB91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050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E02016-7A02-4BC6-9726-43EF302B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1504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이미지 생성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299C8-C67B-46EF-B72F-A3EAA6DB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1504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위치, 크기, 회전, 밝기, 배경 노이즈 적용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BBFCC-AB58-4247-A75E-0A29006E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952625"/>
            <a:ext cx="1809750" cy="24765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807EC-5AA4-42E1-B8C0-D6AE37B0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457EDC-6986-40E2-989E-DA9FB25B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050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CC99FC-A303-42A2-A646-3295E241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67050"/>
            <a:ext cx="1504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회색조 변환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BFE376-51A8-4334-9694-C106E9EE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86150"/>
            <a:ext cx="1504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색상보다 형태 정보에 집중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D6F412-71DA-4C1A-9D15-257A8059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52625"/>
            <a:ext cx="1809750" cy="24765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A5D0D1-E52D-4E8F-A80A-6D61B619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E76E5E-2919-49FD-9FEC-F8B8CCB3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050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4A3618-055E-4614-8DEE-DBC1D550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67050"/>
            <a:ext cx="1504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정규화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81685-AB6B-4D48-BBD1-69BF416B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486150"/>
            <a:ext cx="1504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픽셀 값을 0~1 범위로 조정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05E8CD-8F4F-47F2-AED5-818860EA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52625"/>
            <a:ext cx="1809750" cy="24765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651F70-4A45-4959-BEED-FEC83E00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416A15-06BC-4C18-AD93-EBF8F436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050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951095-1E90-4CB8-8302-A1F73148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67050"/>
            <a:ext cx="1504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특징 축소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B52C94-D60E-4ED1-818F-4413250E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486150"/>
            <a:ext cx="1504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64x64 이미지를 32x32 특징으로 변환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A31E44-738A-4C0F-AF62-9A3A7F8B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1952625"/>
            <a:ext cx="1809750" cy="24765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266C19-320C-4FCC-8A22-596B54C3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F2CBAB-8F67-4A65-B42B-FA3700DB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3050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036651-28F7-4B83-9FEF-E2166DF2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067050"/>
            <a:ext cx="1504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데이터 분리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CE9E27-5205-4FB8-9B54-DDC0B4C7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86150"/>
            <a:ext cx="1504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학습 360장, 테스트 120장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A0DB8D-6C5D-4B23-9A4C-E371BF9D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Traffic Sign Shape Classification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359EB9-37DC-4F8F-811B-575D118C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249377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BE820C-D70C-4C95-9761-85461D60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모델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89102B-891C-42E2-A282-A16612E5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발표: 김수민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97CC7-33FE-4893-A7F2-60453D6D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238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0438FD-608D-4F72-BDC7-FF122383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28850"/>
            <a:ext cx="2724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CFE228-82E5-44F1-9156-EB499872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28850"/>
            <a:ext cx="2724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0B881B-5187-490D-B6BA-EAB7BA44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2305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50928A-2FD0-476F-99F3-D360D374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05150"/>
            <a:ext cx="230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32x32 이미지 특징</a:t>
            </a:r>
          </a:p>
          <a:p xmlns:a="http://schemas.openxmlformats.org/drawingml/2006/main">
            <a:pPr algn="ctr"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1024개 픽셀 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2AB43A-A8EC-4536-A135-10E41A37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886075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B78C63-35D1-4CD9-A2BD-51DE3833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228850"/>
            <a:ext cx="2724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F9643C-75F3-49C5-8F8C-D40DB27B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228850"/>
            <a:ext cx="2724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8A1BDD-F051-43CD-A94E-FBBA3999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71750"/>
            <a:ext cx="2305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은닉층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711043-36B7-4E68-AC2B-3A3ABBC6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05150"/>
            <a:ext cx="230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이미지의 형태 패턴 학습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994243-D80C-40CF-8E10-D55E3FF0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886075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5CDC67-A0E8-4AE1-A73B-C1F34DAC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28850"/>
            <a:ext cx="2724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A0A53A-3FE5-4F33-ABC4-5A1FAAE3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28850"/>
            <a:ext cx="2724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33203B-A02B-4DF1-BF66-DAEF7D93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71750"/>
            <a:ext cx="2305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출력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9E78D2-5EA4-45A4-A6E6-25CA8CA0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05150"/>
            <a:ext cx="230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circle / triangle / square</a:t>
            </a:r>
          </a:p>
          <a:p xmlns:a="http://schemas.openxmlformats.org/drawingml/2006/main">
            <a:pPr algn="ctr"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클래스 확률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775059-C936-4539-90D2-64E42BB6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196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Softmax를 사용해 가장 높은 확률의 클래스를 최종 예측값으로 선택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06D3BF-3AD4-42C8-BC8F-6492F36F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Traffic Sign Shape Classification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562F6E-7291-4339-8FC7-E95CC094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911883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A7310C-B073-4CAC-BF07-281C40D9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코드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7D9CD-B06F-4099-9023-D208C9D1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발표: 김수민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903E3-3944-4ADA-805A-B96A290A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238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578374-D6C1-4542-8DBC-7072F549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3238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96A074-3914-4BAD-AC89-EE246225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192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generate_dataset.py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7D3A6-3B95-4DDF-A246-5BE1A25A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8097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원형, 삼각형, 사각형 이미지 생성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46C456-C098-4878-820F-7AC267B3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3238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0D4E69-50AA-4DDA-9969-490D05B0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003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features.py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CD7ED4-EA13-46B7-BE46-2DFCF268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9080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회색조 변환, 정규화, 특징 추출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AC40EF-273F-4CD0-A488-6E44536C9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38500"/>
            <a:ext cx="3238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801B25-AA8C-4D72-930A-1C537EA0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813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train.py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026647-0534-4E0A-ADC1-3857E379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3718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모델 학습, 정확도 계산, 혼동행렬 저장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2F0EE2-AE11-44D7-9016-09B8783A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3238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985D5-173D-41DB-9216-432387EB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624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predict.py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872C40-23B6-4496-8A35-BC105085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5290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학습된 모델로 새 이미지 예측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539679-11F8-4135-99B4-6C6621D8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00600"/>
            <a:ext cx="3238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164EE2-0AC1-4A3A-B4AD-69D8B0CD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434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outputs/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46A757-B148-401C-B078-B0E0B4EF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339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결과 이미지와 metrics.json 저장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D620FB-4D91-4C12-942E-ECD4D274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Traffic Sign Shape Classification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AA8A0F-7E8B-4935-AE45-FA95E1C1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597780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E53645-CE8F-47B9-BDD6-C776E60C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실험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6F59A3-F3C2-4339-AC59-267A43BC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발표: 오영덕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3777FF-96BF-424A-91A0-98B3D87D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238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59380-2CA5-4BA4-A115-B43E957A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2333625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59DDD1-5C73-4495-81A3-F282BC66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A9C8A0-3133-48EC-8E64-DF2F025D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90800"/>
            <a:ext cx="2028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학습 정확도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03E0DE-BD01-495E-89BB-879963BB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90700"/>
            <a:ext cx="2333625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CA2D4D-3781-436D-966F-E980CBD0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193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DC2626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DC2626"/>
                </a:solidFill>
                <a:latin typeface="Arial"/>
                <a:ea typeface="Arial"/>
                <a:cs typeface="Arial"/>
              </a:rPr>
              <a:t>94.2%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4C9F93-35F8-4C85-818C-7546F31AD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590800"/>
            <a:ext cx="2028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테스트 정확도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AC81F7-6B97-49C4-96E5-89357607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90700"/>
            <a:ext cx="2333625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63C87C-C146-4F83-88FF-9129C221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193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120장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6D39B-7E5D-45BC-9405-2866A177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2028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테스트 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643326-740D-47F1-A5F4-C53DDF16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90700"/>
            <a:ext cx="2333625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36D4B7-C6C0-40E0-8BB7-D4A3BBEA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19300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480장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15BC07-E86E-49D7-BD91-B5DDA7AD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590800"/>
            <a:ext cx="2028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전체 데이터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9EE6DF-D534-425A-9A20-1ABED5DB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19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클래스별 정확도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A968B9-B9EC-42CA-ACA4-17F59C3B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19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090E09-D60C-411F-A579-EB840C05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33850"/>
            <a:ext cx="3752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circle: 약 93.3%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AF3C75-C1E6-4377-AB13-CF4E70A8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48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4E4411-E146-4B55-B599-D53FC433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62475"/>
            <a:ext cx="3752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triangle: 약 94.9%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968391-642F-460A-A303-7F6DB809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018940-3285-4981-B55A-9A4C3C14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91100"/>
            <a:ext cx="3752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square: 약 94.4%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cf4e08ce0e4eef"/>
          <a:stretch xmlns:a="http://schemas.openxmlformats.org/drawingml/2006/main"/>
        </p:blipFill>
        <p:spPr>
          <a:xfrm xmlns:a="http://schemas.openxmlformats.org/drawingml/2006/main">
            <a:off x="7048500" y="3429000"/>
            <a:ext cx="2381250" cy="23812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BA7BC3-803A-453F-8B9B-CABE98A9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Traffic Sign Shape Classification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BDD941-E7CF-4E9F-9696-60184A0B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610276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B2B730-F32F-4F12-8A8C-B8BD986E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결과 해석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21410-66E9-4CDC-A0EE-98199E63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발표: 오영덕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79EDB-4E06-42DA-8D72-F58DD766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238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AA5D56-7794-41E0-A2E9-01EB44D5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3333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5055A-1335-458E-B0CF-FB7914BE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76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78C48B-4E5D-4C2C-B4F4-2A8A8868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8120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잘 된 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B41E4-CB96-4A42-8DB3-EDCFDDD6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43150"/>
            <a:ext cx="2933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전체적으로 세 형태를 안정적으로 구분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1A5A82-2F98-4516-961D-FDF62452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95650"/>
            <a:ext cx="3333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68ACFC-27D8-4CD0-9F00-C6C3FBD6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95650"/>
            <a:ext cx="76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044F99-C82C-4A32-B03C-D7573E31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6710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오분류 원인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5ABA59-982A-4ED9-8D26-52C798B7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29050"/>
            <a:ext cx="2933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회전, 흐림, 노이즈가 있는 일부 원형·사각형에서 혼동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616B67-314F-4265-AE52-27592517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3333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905C86-2037-41F0-8635-98E208D9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AEACA9-623A-43EF-BEDC-D445B7F0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5300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핵심 배운 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704A9D-F229-4AD5-8ACF-23CC915B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14950"/>
            <a:ext cx="2933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데이터 다양성과 전처리가 성능에 영향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467da4df54caa"/>
          <a:stretch xmlns:a="http://schemas.openxmlformats.org/drawingml/2006/main"/>
        </p:blipFill>
        <p:spPr>
          <a:xfrm xmlns:a="http://schemas.openxmlformats.org/drawingml/2006/main">
            <a:off x="4729403" y="1752600"/>
            <a:ext cx="6619394" cy="40957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D25A68-2061-4CA6-B687-B4716A0D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Traffic Sign Shape Classification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626594-F1EB-4C0F-B81F-A5BB8359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365178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E81043-8E74-4AF1-A3FF-DDCBABA5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781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한계점 및 개선 방향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775E07-ABFA-461D-BB20-967EDEA2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발표: 오영덕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E1888A-9739-4740-AA09-6535C973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238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A8E84-49E2-4614-961D-75C72844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4762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E16E04-21BC-4790-9C79-B39BDD72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A68D3-68FA-43A9-A2FB-96065B24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436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한계점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D875B-865A-4254-A387-56742937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4362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합성 이미지 데이터라 실제 도로의 조명, 배경, 가려짐 상황을 완전히 반영하지 못함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502926-8369-48FD-BB4E-E8D3D6E2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4762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7D2B26-4D8B-4084-9736-F1AAD831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4643F6-7F57-44E5-8406-129D082D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48050"/>
            <a:ext cx="436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개선 방향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1A2687-2D7D-440F-8E18-44B127AB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362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실제 교통 표지판 데이터셋을 추가하고 CNN, MobileNet, ResNet과 성능 비교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00F0A8-5B25-4347-986D-D2C8694C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52600"/>
            <a:ext cx="4095750" cy="27813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28FD3D-2F8C-4B29-95A8-71C21A48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52600"/>
            <a:ext cx="762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C0DA3A-6A68-42CA-9767-3CCC0B17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240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827"/>
                </a:solidFill>
                <a:latin typeface="Malgun Gothic"/>
                <a:ea typeface="Malgun Gothic"/>
                <a:cs typeface="Malgun Gothic"/>
              </a:rPr>
              <a:t>마무리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86FC90-CD46-44DD-97C6-2CDA4209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86000"/>
            <a:ext cx="36957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이미지 데이터 생성, 전처리, 모델 학습, 평가, 결과 해석까지 컴퓨터 비전 프로젝트의 전체 흐름을 경험했습니다.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072CE6-1ED6-4446-AED6-8490593D9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14950"/>
            <a:ext cx="1219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감사합니다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CCBEF5-C94D-4B77-9593-45B5AD55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825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Traffic Sign Shape Classification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84411D-1F41-4352-947F-E3F374513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292572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2026-06-15T09:01:23.6230000Z</dcterms:created>
  <dcterms:modified xsi:type="dcterms:W3CDTF">2026-06-15T09:01:23.6230000Z</dcterms:modified>
</coreProperties>
</file>